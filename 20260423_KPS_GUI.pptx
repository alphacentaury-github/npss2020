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306" r:id="rId3"/>
    <p:sldId id="307" r:id="rId4"/>
    <p:sldId id="309" r:id="rId5"/>
    <p:sldId id="308" r:id="rId6"/>
    <p:sldId id="310" r:id="rId7"/>
    <p:sldId id="311" r:id="rId8"/>
    <p:sldId id="312" r:id="rId9"/>
    <p:sldId id="313" r:id="rId10"/>
    <p:sldId id="316" r:id="rId11"/>
    <p:sldId id="319" r:id="rId12"/>
    <p:sldId id="314" r:id="rId13"/>
    <p:sldId id="315" r:id="rId14"/>
    <p:sldId id="317" r:id="rId15"/>
    <p:sldId id="318" r:id="rId16"/>
    <p:sldId id="320" r:id="rId17"/>
    <p:sldId id="321" r:id="rId18"/>
    <p:sldId id="322" r:id="rId19"/>
    <p:sldId id="32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98"/>
    <a:srgbClr val="0075C2"/>
    <a:srgbClr val="005391"/>
    <a:srgbClr val="9FDFFF"/>
    <a:srgbClr val="0097E0"/>
    <a:srgbClr val="0079C0"/>
    <a:srgbClr val="002642"/>
    <a:srgbClr val="D9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62F6E-ADD2-9366-B113-2DC17C241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E63DFE-D7AA-AC13-F7A4-9329D5BFA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0B87F-A1F1-79EF-E2BF-4CF0E388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FC42A-09BF-8419-71AF-D8BCA030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6C858-E83D-8393-1C93-A134EC9C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87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82D7D-6770-00F1-0627-3F8644DE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5AB5B-07F8-EFE8-E488-AECA1C1F3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F9378-3F43-8409-C03A-73DEDCCC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3C137-FEE2-FC2C-0D8F-278FA872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2C4276-70B8-86B8-C9F2-52724C6E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16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483C8-F5C9-9685-48E2-372D0D58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8AFBA1-893B-0288-6791-FAB4BC20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0A90D-A578-4DD6-2870-40DB3C9F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E5CDB-7074-A4A8-4E57-6ADBB809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C5E56-B9B5-8E63-2A5F-2791DCDB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1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92575-567D-4F07-18E1-F2EFEE39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01245-7821-FA70-B19E-FF8BAE8D4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896413-0E6D-7EFE-1E16-67EAB3CE6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7C802B-FCE9-BAC3-3C8A-F94A7CB6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0B6BB-66E6-A1AF-DCA7-22C6149D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A1F9CD-514A-5009-2295-248E7798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98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889E2-A9B0-E7F4-2EFC-1F6ABCEC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79192E-DC40-E249-FA5A-224DCAD5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A3964F-049F-B41F-99D2-C5E643342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4D5AEB-41E4-AB2A-A361-AD50934E6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31327A-522C-B45B-23A7-FE45D6020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58EAE2-3DE3-9A45-A577-F2C7F49A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EB2941-CF8A-0F2B-A17B-BA569B44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A8847A-4A32-BB3B-8011-3BD2B1D1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92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AFE61-F2CC-2520-2C79-0A4181EE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75A781-E381-CFC1-56F8-631733D9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733B07-5393-1069-8F86-A6CED16C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3A0F87-68C5-E2FB-D9A5-9E7212FB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60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F554A2-1944-7322-6170-F4E5A0AC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EB92C6-8A54-6C9C-A148-78F94CA7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C03EA-1180-5060-1C14-7892402C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9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6F0D0-AECA-9305-628D-D368E464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33A91-9DAD-3250-899A-E2586BA3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A713F4-58A1-8194-7C0F-43EED8FD6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1C4796-320D-3598-CD92-C720F928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FC7862-B3EE-E0CE-F567-C690840A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FAD1A5-F188-DF17-93F6-B612F02A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3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D4E4E-4AA1-0A45-E636-CD90C3BD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1229B5-E851-E7F8-C243-BFDF21519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ABDEDD-50E7-048D-7DE7-9895AEFE2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F004A-50F1-59C5-7058-2F0A28EA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0BF5E8-594F-D436-2A8A-EE513939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82157-6230-F235-4D52-AB9CE445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2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D3C61-C3FC-C5EE-8BC4-F2BACFB4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BD343A-9526-ED91-60B6-846FCA616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E58B21-EBE2-D6D6-5571-62B56C38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1D3BC-3B94-657F-B4F3-15E17BFE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C3595-51D2-4BE0-FC5B-65FC1361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1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84896-448B-F6ED-6999-3544E8D0A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7D462-0928-6FAF-9175-2C9DD593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272F0-1958-1F3E-24B8-9DFAE755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E1C8E-52B1-1C28-79CB-87C0D5AF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6BFB5-04B2-2318-55C4-563D5B02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71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150AF9-B02A-831F-D625-2823059F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F7CBD-C5B4-6970-50BD-1F730ADD5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302B4-4D1A-9D80-C727-EB5E97CC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B85E3-3F26-4931-9378-98579BCCDB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288A1-9CBB-4C3A-3728-7910B1B63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EACB1-5581-917D-9A1E-150C4099F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A9868-F4C7-48E4-A91F-515FCC583EA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4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yhsong@ibs.re.k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lphacentaury-github/ReactionGU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빛, 우주, 스크린샷, 일렉트릭 블루이(가) 표시된 사진&#10;&#10;자동 생성된 설명">
            <a:extLst>
              <a:ext uri="{FF2B5EF4-FFF2-40B4-BE49-F238E27FC236}">
                <a16:creationId xmlns:a16="http://schemas.microsoft.com/office/drawing/2014/main" id="{D1E24FB7-B379-E35B-C045-142C05A3C7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178" b="41771"/>
          <a:stretch/>
        </p:blipFill>
        <p:spPr>
          <a:xfrm>
            <a:off x="0" y="1"/>
            <a:ext cx="12192000" cy="16756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C0E2BE3-85A1-8B59-C7D1-646A89DD5721}"/>
              </a:ext>
            </a:extLst>
          </p:cNvPr>
          <p:cNvSpPr/>
          <p:nvPr/>
        </p:nvSpPr>
        <p:spPr>
          <a:xfrm>
            <a:off x="0" y="1675617"/>
            <a:ext cx="12192000" cy="5201634"/>
          </a:xfrm>
          <a:prstGeom prst="rect">
            <a:avLst/>
          </a:prstGeom>
          <a:solidFill>
            <a:srgbClr val="004098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719FA-86E2-B139-2CAD-DDCBFF492781}"/>
              </a:ext>
            </a:extLst>
          </p:cNvPr>
          <p:cNvSpPr txBox="1"/>
          <p:nvPr/>
        </p:nvSpPr>
        <p:spPr>
          <a:xfrm>
            <a:off x="819830" y="2556417"/>
            <a:ext cx="100860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Graphic User Interface for </a:t>
            </a:r>
          </a:p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easy nuclear reaction calculation</a:t>
            </a:r>
            <a:endParaRPr lang="ko-KR" altLang="en-US" sz="4400" dirty="0">
              <a:solidFill>
                <a:schemeClr val="bg1"/>
              </a:solidFill>
              <a:ea typeface="SUIT ExtraBold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819829" y="4474497"/>
            <a:ext cx="10454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Young-Ho Song (IRIS, IBS)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그림 2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B4C5BB82-97A8-0197-3CE6-2D92FB4CC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23" y="5936852"/>
            <a:ext cx="2340232" cy="468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6490009" y="6171286"/>
            <a:ext cx="510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2026.04.23. KPS spring meeting, Daejeon</a:t>
            </a:r>
          </a:p>
        </p:txBody>
      </p:sp>
    </p:spTree>
    <p:extLst>
      <p:ext uri="{BB962C8B-B14F-4D97-AF65-F5344CB8AC3E}">
        <p14:creationId xmlns:p14="http://schemas.microsoft.com/office/powerpoint/2010/main" val="309128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7462" y="1220145"/>
            <a:ext cx="11764538" cy="4007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A  development of Graphic User Interface for nuclear reaction calculation</a:t>
            </a: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For novice and experts who wants a quick calculation.</a:t>
            </a: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</a:endParaRP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Actually, this is not a new work.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Presentation at KPS Fall meeting, 2020</a:t>
            </a: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  <a:sym typeface="Wingdings" panose="05000000000000000000" pitchFamily="2" charset="2"/>
            </a:endParaRP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Motivation of presentation? 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Updates in the GUI since last time 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Force myself to work. </a:t>
            </a:r>
          </a:p>
        </p:txBody>
      </p:sp>
    </p:spTree>
    <p:extLst>
      <p:ext uri="{BB962C8B-B14F-4D97-AF65-F5344CB8AC3E}">
        <p14:creationId xmlns:p14="http://schemas.microsoft.com/office/powerpoint/2010/main" val="370734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7462" y="1220145"/>
            <a:ext cx="1176453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There are many direct nuclear reaction codes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DWUCK, ECIS, FRESCO, TWOFNR, CCFULL, PIKOE…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Most of them are written in Fortran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Require specific input file format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Require knowledge on the reaction theory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Usually they are not easy for beginner to 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Usually they need separate plotting tools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The aim of the GUI is to make it easy and intuitive to do a nuclear reaction.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However, there are large room for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93753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7462" y="1220145"/>
            <a:ext cx="1176453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GUI code is developed by Y.-H. Song and I.J. Shin.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Combines Qt + Fresco + other utility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Plan to improve the code according to user’s needs. </a:t>
            </a:r>
          </a:p>
          <a:p>
            <a:r>
              <a:rPr lang="en-US" altLang="ko-KR" sz="2400" dirty="0"/>
              <a:t>   (</a:t>
            </a:r>
            <a:r>
              <a:rPr lang="en-US" altLang="ko-KR" sz="2400" dirty="0">
                <a:hlinkClick r:id="rId3"/>
              </a:rPr>
              <a:t>yhsong@ibs.re.kr</a:t>
            </a:r>
            <a:r>
              <a:rPr lang="en-US" altLang="ko-KR" sz="2400" dirty="0"/>
              <a:t> for suggestions, errors, troubles)</a:t>
            </a:r>
          </a:p>
          <a:p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hlinkClick r:id="rId4"/>
              </a:rPr>
              <a:t>Search “</a:t>
            </a:r>
            <a:r>
              <a:rPr lang="en-US" altLang="ko-KR" sz="2400" dirty="0" err="1">
                <a:hlinkClick r:id="rId4"/>
              </a:rPr>
              <a:t>ReactionGUI</a:t>
            </a:r>
            <a:r>
              <a:rPr lang="en-US" altLang="ko-KR" sz="2400" dirty="0">
                <a:hlinkClick r:id="rId4"/>
              </a:rPr>
              <a:t>” at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hlinkClick r:id="rId4"/>
              </a:rPr>
              <a:t>https://github.com/alphacentaury-github/ReactionGUI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563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9E4003-677E-4F45-B691-475D9142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71" y="1374661"/>
            <a:ext cx="7488832" cy="4108677"/>
          </a:xfrm>
          <a:prstGeom prst="rect">
            <a:avLst/>
          </a:prstGeom>
        </p:spPr>
      </p:pic>
      <p:sp>
        <p:nvSpPr>
          <p:cNvPr id="8" name="아래쪽 화살표 6">
            <a:extLst>
              <a:ext uri="{FF2B5EF4-FFF2-40B4-BE49-F238E27FC236}">
                <a16:creationId xmlns:a16="http://schemas.microsoft.com/office/drawing/2014/main" id="{C9FB2D02-8E5D-4F59-9ED7-F10DEDD8C066}"/>
              </a:ext>
            </a:extLst>
          </p:cNvPr>
          <p:cNvSpPr/>
          <p:nvPr/>
        </p:nvSpPr>
        <p:spPr>
          <a:xfrm>
            <a:off x="5604091" y="2441833"/>
            <a:ext cx="216024" cy="28803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A2D5DC-BFDA-4408-AA0E-C86EF6C6BDDC}"/>
              </a:ext>
            </a:extLst>
          </p:cNvPr>
          <p:cNvSpPr/>
          <p:nvPr/>
        </p:nvSpPr>
        <p:spPr>
          <a:xfrm>
            <a:off x="923571" y="1878717"/>
            <a:ext cx="165618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5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3B40ED4-B034-4121-85B8-44105DDB2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33" y="1008355"/>
            <a:ext cx="8921115" cy="38884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4FB356-88E8-4C38-A286-718BD8F35FFE}"/>
              </a:ext>
            </a:extLst>
          </p:cNvPr>
          <p:cNvSpPr txBox="1"/>
          <p:nvPr/>
        </p:nvSpPr>
        <p:spPr>
          <a:xfrm>
            <a:off x="657922" y="5241073"/>
            <a:ext cx="9032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run GUI: in command prompt </a:t>
            </a:r>
          </a:p>
          <a:p>
            <a:r>
              <a:rPr lang="en-US" dirty="0"/>
              <a:t>                   python main.py </a:t>
            </a:r>
          </a:p>
        </p:txBody>
      </p:sp>
    </p:spTree>
    <p:extLst>
      <p:ext uri="{BB962C8B-B14F-4D97-AF65-F5344CB8AC3E}">
        <p14:creationId xmlns:p14="http://schemas.microsoft.com/office/powerpoint/2010/main" val="248132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GUI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AB66B57-0C86-4785-94BC-72529F0B4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61" y="1220145"/>
            <a:ext cx="5574724" cy="54260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A8C707-C4E6-476C-B750-59489F0AA67A}"/>
              </a:ext>
            </a:extLst>
          </p:cNvPr>
          <p:cNvSpPr txBox="1"/>
          <p:nvPr/>
        </p:nvSpPr>
        <p:spPr>
          <a:xfrm>
            <a:off x="6257574" y="1220145"/>
            <a:ext cx="360868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File:</a:t>
            </a:r>
          </a:p>
          <a:p>
            <a:r>
              <a:rPr lang="en-US" altLang="ko-KR" dirty="0"/>
              <a:t>Save/Load </a:t>
            </a:r>
          </a:p>
          <a:p>
            <a:r>
              <a:rPr lang="en-US" altLang="ko-KR" dirty="0"/>
              <a:t>Input parameter values</a:t>
            </a:r>
          </a:p>
          <a:p>
            <a:endParaRPr lang="en-US" altLang="ko-KR" dirty="0"/>
          </a:p>
          <a:p>
            <a:r>
              <a:rPr lang="en-US" altLang="ko-KR" dirty="0"/>
              <a:t>Configure: </a:t>
            </a:r>
          </a:p>
          <a:p>
            <a:r>
              <a:rPr lang="en-US" altLang="ko-KR" dirty="0"/>
              <a:t>Set executables (fresco, </a:t>
            </a:r>
            <a:r>
              <a:rPr lang="en-US" altLang="ko-KR" dirty="0" err="1"/>
              <a:t>sfresco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Three tabs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Partition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Structure Model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Potentials/compute/plot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57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GUI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F80D6F-2DF0-4FFD-855B-D6CAD9FC6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17" y="1715407"/>
            <a:ext cx="5668166" cy="4305901"/>
          </a:xfrm>
          <a:prstGeom prst="rect">
            <a:avLst/>
          </a:prstGeom>
        </p:spPr>
      </p:pic>
      <p:sp>
        <p:nvSpPr>
          <p:cNvPr id="10" name="왼쪽 화살표 설명선 2">
            <a:extLst>
              <a:ext uri="{FF2B5EF4-FFF2-40B4-BE49-F238E27FC236}">
                <a16:creationId xmlns:a16="http://schemas.microsoft.com/office/drawing/2014/main" id="{5E7CB2B8-BF5A-4EFC-9FEA-8494FE984463}"/>
              </a:ext>
            </a:extLst>
          </p:cNvPr>
          <p:cNvSpPr/>
          <p:nvPr/>
        </p:nvSpPr>
        <p:spPr>
          <a:xfrm>
            <a:off x="6289990" y="1493022"/>
            <a:ext cx="2173785" cy="1440160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Get kinematics</a:t>
            </a:r>
          </a:p>
          <a:p>
            <a:pPr algn="ctr"/>
            <a:r>
              <a:rPr lang="en-US" altLang="ko-KR" dirty="0"/>
              <a:t>button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885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Elastic scattering: Optical model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F7F5E25-AE38-4D18-BEBC-BC575F12C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8" y="1349297"/>
            <a:ext cx="5227460" cy="5029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733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Elastic scattering: Optical model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634B956-05EC-4214-BFA3-EA90AC8B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06" y="1602573"/>
            <a:ext cx="4753638" cy="42773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870DCE-8063-41D4-A9B8-9FF6EB028B22}"/>
              </a:ext>
            </a:extLst>
          </p:cNvPr>
          <p:cNvSpPr txBox="1"/>
          <p:nvPr/>
        </p:nvSpPr>
        <p:spPr>
          <a:xfrm>
            <a:off x="6096000" y="1483112"/>
            <a:ext cx="5244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OMGET: get global optical potential parameters</a:t>
            </a:r>
          </a:p>
        </p:txBody>
      </p:sp>
    </p:spTree>
    <p:extLst>
      <p:ext uri="{BB962C8B-B14F-4D97-AF65-F5344CB8AC3E}">
        <p14:creationId xmlns:p14="http://schemas.microsoft.com/office/powerpoint/2010/main" val="3375273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Elastic scattering: Optical model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870DCE-8063-41D4-A9B8-9FF6EB028B22}"/>
              </a:ext>
            </a:extLst>
          </p:cNvPr>
          <p:cNvSpPr txBox="1"/>
          <p:nvPr/>
        </p:nvSpPr>
        <p:spPr>
          <a:xfrm>
            <a:off x="6947210" y="1605776"/>
            <a:ext cx="2798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Double Folding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0F09E8-1465-45E5-B1EC-473EAC973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2" y="1360449"/>
            <a:ext cx="5908777" cy="437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39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Inelastic scattering: DWBA(Rigid Rotor model)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5435513-51CB-448A-8A78-4A8B61B3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66" y="1795345"/>
            <a:ext cx="5416207" cy="4476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949883-E906-45BB-92CC-D4AA48AEF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483" y="1795344"/>
            <a:ext cx="5449410" cy="44763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632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Inelastic scattering: DWBA(Rigid Rotor model)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F68D88A-B7E0-4DB5-A32A-7D0ECCC9D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60" y="1315844"/>
            <a:ext cx="6326952" cy="52076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4718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Transfer reaction: DWBA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1D8DBA4-964B-4CD5-951E-6ED45D4CB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16" y="1493431"/>
            <a:ext cx="5177825" cy="42486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D2E31E-59FB-419B-A688-EBD389D2B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386" y="1493431"/>
            <a:ext cx="5788937" cy="4776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0847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Transfer reaction: DWBA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8CBCE1F-AF9B-4EBE-B997-27D9211A1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66" y="1556424"/>
            <a:ext cx="5980434" cy="492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06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Radiative capture reaction: DWBA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1C399D-5F6D-4DE0-8940-1DC544443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9" y="1315844"/>
            <a:ext cx="5436966" cy="47727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B5B74E1-4C94-4CAD-BF34-296FFFE94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15844"/>
            <a:ext cx="5683217" cy="495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2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Radiative capture reaction: DWBA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319675C-BDC6-4A20-B11D-E916C5848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8" y="1220145"/>
            <a:ext cx="6113537" cy="53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4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Works to do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3665AB-B871-4A49-AFCD-FB2FC816DC85}"/>
              </a:ext>
            </a:extLst>
          </p:cNvPr>
          <p:cNvSpPr txBox="1"/>
          <p:nvPr/>
        </p:nvSpPr>
        <p:spPr>
          <a:xfrm>
            <a:off x="568712" y="1494263"/>
            <a:ext cx="107051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Fusion reaction: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Fusion cross section in optical model is available in elastic scattering.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GUI of coupled channel fusion reaction(CCFULL) is included, but as a </a:t>
            </a:r>
            <a:r>
              <a:rPr lang="en-US"/>
              <a:t>separate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Knock-out reaction: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GUI of MOMDIS is included, but as a separate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GUI of PIKOE is under development, but as a separate 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 Need to improve the interface and integrate 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Need to generalize GUI for coupled channel calculations.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19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62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Works to do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3665AB-B871-4A49-AFCD-FB2FC816DC85}"/>
              </a:ext>
            </a:extLst>
          </p:cNvPr>
          <p:cNvSpPr txBox="1"/>
          <p:nvPr/>
        </p:nvSpPr>
        <p:spPr>
          <a:xfrm>
            <a:off x="568712" y="1494263"/>
            <a:ext cx="107051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Fusion reaction: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Fusion cross section in optical model is available in elastic scattering.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GUI of coupled channel fusion reaction(CCFULL) is included, but as a separate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Knock-out reaction: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GUI of MOMDIS is included, but as a separate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GUI of PIKOE is under development, but as a separate 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Need to improve the interface and integrate 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Need to generalize GUI for coupled channel calculations.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For the moment, “qt_fresco.py” can be used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Edit the fresco input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Run the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Plot the output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933C77-4622-4A01-9AA5-D63F35BDE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32" y="1220145"/>
            <a:ext cx="4733023" cy="52332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365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5302</TotalTime>
  <Words>516</Words>
  <Application>Microsoft Office PowerPoint</Application>
  <PresentationFormat>와이드스크린</PresentationFormat>
  <Paragraphs>98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Pretendard ExtraBold</vt:lpstr>
      <vt:lpstr>Pretendard Medium</vt:lpstr>
      <vt:lpstr>SUIT ExtraBold</vt:lpstr>
      <vt:lpstr>SUIT SemiBold</vt:lpstr>
      <vt:lpstr>굴림</vt:lpstr>
      <vt:lpstr>돋움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</dc:creator>
  <cp:lastModifiedBy>User</cp:lastModifiedBy>
  <cp:revision>110</cp:revision>
  <dcterms:created xsi:type="dcterms:W3CDTF">2024-06-24T06:18:32Z</dcterms:created>
  <dcterms:modified xsi:type="dcterms:W3CDTF">2026-04-21T06:09:19Z</dcterms:modified>
</cp:coreProperties>
</file>